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83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35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36" y="822960"/>
            <a:ext cx="2011680" cy="2221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Analysis: Competitive Landscape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3200400" y="4315968"/>
            <a:ext cx="5788152" cy="0"/>
          </a:xfrm>
          <a:prstGeom prst="line">
            <a:avLst/>
          </a:prstGeom>
          <a:noFill/>
          <a:ln w="1905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6126480"/>
            <a:ext cx="10360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6382512"/>
            <a:ext cx="10360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SECTION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10714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0" cy="411480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2286000"/>
            <a:ext cx="67939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120640" y="3520440"/>
            <a:ext cx="67939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founder-grade strategy report analyzes the competitive landscape for Glyphor, focusing on its dual-engine ecosystem: Glyphor Fuse (Autonomous Development Teams/ADT)...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OVERVIEW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0292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Analysis: Competitive Landscape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280160"/>
            <a:ext cx="11640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'Cursor vs. Devin Paradigm': The software engineering market is fundamentally bifurcated...</a:t>
            </a: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 with the outcome, not the process. Numbers beat adjectives every time.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" y="2057400"/>
            <a:ext cx="11640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'Agent Washing' Penalty: The AI agent market in 2026 is defined...</a:t>
            </a: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Confident, clear, architectural tone. Present tense, active voice throughout.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4320" y="2834640"/>
            <a:ext cx="11640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vs. Engineering Synergy: Managing both Pulse (creative/video) and Fuse (engineering) under...</a:t>
            </a: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Scope discipline — define what we produce and what we explicitly do not.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4320" y="3840480"/>
            <a:ext cx="64008" cy="868680"/>
          </a:xfrm>
          <a:prstGeom prst="rect">
            <a:avLst/>
          </a:prstGeom>
          <a:solidFill>
            <a:srgbClr val="00E0FF"/>
          </a:solidFill>
          <a:ln w="127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" y="3840480"/>
            <a:ext cx="11576304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 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insight, grounded in evidence. One direct statement.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ANALYSIS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0292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Two-Column Layout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5577840" cy="51663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5577840" cy="109728"/>
          </a:xfrm>
          <a:prstGeom prst="rect">
            <a:avLst/>
          </a:prstGeom>
          <a:solidFill>
            <a:srgbClr val="00E0FF"/>
          </a:solidFill>
          <a:ln w="127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201168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goes here. Analysis, findings, or data that supports the slide narrative.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53912" y="1234440"/>
            <a:ext cx="5577840" cy="51663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53912" y="1234440"/>
            <a:ext cx="5577840" cy="109728"/>
          </a:xfrm>
          <a:prstGeom prst="rect">
            <a:avLst/>
          </a:prstGeom>
          <a:solidFill>
            <a:srgbClr val="00A3FF"/>
          </a:solidFill>
          <a:ln w="1270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6792" y="1463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Column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36792" y="201168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goes here. Analysis, findings, or data that supports the slide narrative.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METRICS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0292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2788920" cy="5074920"/>
          </a:xfrm>
          <a:prstGeom prst="rect">
            <a:avLst/>
          </a:prstGeom>
          <a:solidFill>
            <a:srgbClr val="000000"/>
          </a:solidFill>
          <a:ln w="3175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7830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$340</a:t>
            </a:r>
            <a:endParaRPr lang="en-US" sz="80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22402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069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on Hand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" y="4572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788920" cy="5074920"/>
          </a:xfrm>
          <a:prstGeom prst="rect">
            <a:avLst/>
          </a:prstGeom>
          <a:solidFill>
            <a:srgbClr val="000000"/>
          </a:solidFill>
          <a:ln w="31750">
            <a:solidFill>
              <a:srgbClr val="6E7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17830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6E7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8000" dirty="0"/>
          </a:p>
        </p:txBody>
      </p:sp>
      <p:sp>
        <p:nvSpPr>
          <p:cNvPr id="17" name="Shape 15"/>
          <p:cNvSpPr/>
          <p:nvPr/>
        </p:nvSpPr>
        <p:spPr>
          <a:xfrm>
            <a:off x="3566160" y="3931920"/>
            <a:ext cx="22402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4069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77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4572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325880"/>
            <a:ext cx="2788920" cy="5074920"/>
          </a:xfrm>
          <a:prstGeom prst="rect">
            <a:avLst/>
          </a:prstGeom>
          <a:solidFill>
            <a:srgbClr val="000000"/>
          </a:solidFill>
          <a:ln w="3175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17830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0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0" dirty="0"/>
          </a:p>
        </p:txBody>
      </p:sp>
      <p:sp>
        <p:nvSpPr>
          <p:cNvPr id="22" name="Shape 20"/>
          <p:cNvSpPr/>
          <p:nvPr/>
        </p:nvSpPr>
        <p:spPr>
          <a:xfrm>
            <a:off x="6583680" y="3931920"/>
            <a:ext cx="22402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4069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Agents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9360" y="4572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core fleet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26880" y="1325880"/>
            <a:ext cx="2788920" cy="5074920"/>
          </a:xfrm>
          <a:prstGeom prst="rect">
            <a:avLst/>
          </a:prstGeom>
          <a:solidFill>
            <a:srgbClr val="000000"/>
          </a:solidFill>
          <a:ln w="317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26880" y="178308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88.9%</a:t>
            </a:r>
            <a:endParaRPr lang="en-US" sz="8000" dirty="0"/>
          </a:p>
        </p:txBody>
      </p:sp>
      <p:sp>
        <p:nvSpPr>
          <p:cNvPr id="27" name="Shape 25"/>
          <p:cNvSpPr/>
          <p:nvPr/>
        </p:nvSpPr>
        <p:spPr>
          <a:xfrm>
            <a:off x="9601200" y="3931920"/>
            <a:ext cx="224028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326880" y="40690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 Completion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26880" y="4572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rolling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1164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200" dirty="0" err="1">
                <a:solidFill>
                  <a:srgbClr val="00E0FF"/>
                </a:solidFill>
                <a:latin typeface="Agency" pitchFamily="2" charset="0"/>
                <a:ea typeface="Arial" pitchFamily="34" charset="-122"/>
                <a:cs typeface="Arial" pitchFamily="34" charset="-120"/>
              </a:rPr>
              <a:t>glyphor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FLEET</a:t>
            </a:r>
            <a:r>
              <a:rPr lang="en-US" sz="1000" kern="0" spc="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kern="0" spc="100" dirty="0">
                <a:solidFill>
                  <a:srgbClr val="94A3B8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STATUS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384048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65392"/>
            <a:ext cx="11640312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Glyphor, Inc. 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28232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50292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Fleet Status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11640312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92808"/>
            <a:ext cx="11640312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32588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97480" y="132588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32588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132588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2520" y="1325880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(7d)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459736"/>
            <a:ext cx="11640312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189280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Chen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189280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of Staff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189280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189280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Degraded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32520" y="1892808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026664"/>
            <a:ext cx="11640312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45973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Brooks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697480" y="245973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245973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245973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Degraded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732520" y="2459736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593592"/>
            <a:ext cx="11640312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0266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Victoria Chase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97480" y="30266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302666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29400" y="302666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Healthy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32520" y="3026664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4160520"/>
            <a:ext cx="11640312" cy="0"/>
          </a:xfrm>
          <a:prstGeom prst="line">
            <a:avLst/>
          </a:prstGeom>
          <a:noFill/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35935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697480" y="359359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Intel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83480" y="359359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29400" y="359359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88.9%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732520" y="3593592"/>
            <a:ext cx="1764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236</Words>
  <Application>Microsoft Office PowerPoint</Application>
  <PresentationFormat>Widescreen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Agency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Kristina Denney</cp:lastModifiedBy>
  <cp:revision>2</cp:revision>
  <dcterms:created xsi:type="dcterms:W3CDTF">2026-03-24T00:05:31Z</dcterms:created>
  <dcterms:modified xsi:type="dcterms:W3CDTF">2026-03-24T20:36:09Z</dcterms:modified>
</cp:coreProperties>
</file>