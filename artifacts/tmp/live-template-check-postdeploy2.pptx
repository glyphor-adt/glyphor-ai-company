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83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35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6" y="822960"/>
            <a:ext cx="2011680" cy="2221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Analysis: Competitive Landscape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3200400" y="4315968"/>
            <a:ext cx="5788152" cy="0"/>
          </a:xfrm>
          <a:prstGeom prst="line">
            <a:avLst/>
          </a:prstGeom>
          <a:noFill/>
          <a:ln w="1905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126480"/>
            <a:ext cx="10360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6382512"/>
            <a:ext cx="10360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SECTION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10714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0" cy="411480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2286000"/>
            <a:ext cx="67939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120640" y="3520440"/>
            <a:ext cx="67939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founder-grade strategy report analyzes the competitive landscape for Glyphor, focusing on its dual-engine ecosystem: Glyphor Fuse (Autonomous Development Teams/ADT)...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OVERVIEW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Analysis: Competitive Landscape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280160"/>
            <a:ext cx="11640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'Cursor vs. Devin Paradigm': The software engineering market is fundamentally bifurcated...</a:t>
            </a: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'Cursor vs. Devin Paradigm': The software engineering market is fundamentally bifurcated into continuous co-editing (Cursor)...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2057400"/>
            <a:ext cx="11640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'Agent Washing' Penalty: The AI agent market in 2026 is defined...</a:t>
            </a: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'Agent Washing' Penalty: The AI agent market in 2026 is defined by a deep trust...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4320" y="2834640"/>
            <a:ext cx="11640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vs. Engineering Synergy: Managing both Pulse (creative/video) and Fuse (engineering) under...</a:t>
            </a: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Creative vs. Engineering Synergy: Managing both Pulse (creative/video) and Fuse (engineering) under one brand risks diluting...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64008" cy="868680"/>
          </a:xfrm>
          <a:prstGeom prst="rect">
            <a:avLst/>
          </a:prstGeom>
          <a:solidFill>
            <a:srgbClr val="00E0FF"/>
          </a:solidFill>
          <a:ln w="127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" y="3840480"/>
            <a:ext cx="11576304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 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insight, grounded in evidence. One direct statement.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ANALYSIS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Two-Column Layout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5577840" cy="51663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5577840" cy="109728"/>
          </a:xfrm>
          <a:prstGeom prst="rect">
            <a:avLst/>
          </a:prstGeom>
          <a:solidFill>
            <a:srgbClr val="00E0FF"/>
          </a:solidFill>
          <a:ln w="127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201168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goes here. Analysis, findings, or data that supports the slide narrative.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53912" y="1234440"/>
            <a:ext cx="5577840" cy="51663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53912" y="1234440"/>
            <a:ext cx="5577840" cy="109728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1463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36792" y="201168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goes here. Analysis, findings, or data that supports the slide narrative.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METRICS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$340</a:t>
            </a:r>
            <a:endParaRPr lang="en-US" sz="80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Hand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6E7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6E7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8000" dirty="0"/>
          </a:p>
        </p:txBody>
      </p:sp>
      <p:sp>
        <p:nvSpPr>
          <p:cNvPr id="17" name="Shape 15"/>
          <p:cNvSpPr/>
          <p:nvPr/>
        </p:nvSpPr>
        <p:spPr>
          <a:xfrm>
            <a:off x="356616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7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0" dirty="0"/>
          </a:p>
        </p:txBody>
      </p:sp>
      <p:sp>
        <p:nvSpPr>
          <p:cNvPr id="22" name="Shape 20"/>
          <p:cNvSpPr/>
          <p:nvPr/>
        </p:nvSpPr>
        <p:spPr>
          <a:xfrm>
            <a:off x="658368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Agents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core fleet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2688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2688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</a:t>
            </a:r>
            <a:endParaRPr lang="en-US" sz="8000" dirty="0"/>
          </a:p>
        </p:txBody>
      </p:sp>
      <p:sp>
        <p:nvSpPr>
          <p:cNvPr id="27" name="Shape 25"/>
          <p:cNvSpPr/>
          <p:nvPr/>
        </p:nvSpPr>
        <p:spPr>
          <a:xfrm>
            <a:off x="960120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32688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Completion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2688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rolling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FLEET</a:t>
            </a:r>
            <a:r>
              <a:rPr lang="en-US" sz="1000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STATUS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Fleet Status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11640312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9280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3258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13258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3258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132588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1325880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(7d)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459736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189280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Chen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189280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of Staff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189280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189280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Degraded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1892808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026664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45973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Brooks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97480" y="245973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245973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24597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Degraded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32520" y="2459736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593592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0266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Chase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97480" y="30266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302666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9400" y="302666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Healthy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32520" y="3026664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35935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697480" y="35935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Intel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83480" y="35935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29400" y="359359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88.9%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732520" y="3593592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236</Words>
  <Application>Microsoft Office PowerPoint</Application>
  <PresentationFormat>Widescreen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Agency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Kristina Denney</cp:lastModifiedBy>
  <cp:revision>2</cp:revision>
  <dcterms:created xsi:type="dcterms:W3CDTF">2026-03-24T00:05:31Z</dcterms:created>
  <dcterms:modified xsi:type="dcterms:W3CDTF">2026-03-24T20:36:09Z</dcterms:modified>
</cp:coreProperties>
</file>